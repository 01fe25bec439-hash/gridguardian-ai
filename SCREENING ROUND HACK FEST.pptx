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E58A-ABA7-EADA-9C7D-60C3248D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018F8-43F9-CFD5-4BFA-24F985E04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F0C00-6CDA-AFA7-B157-EC0C9A185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C641-D730-76BF-6F9F-03FD21C6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0B6DF-993F-A4FA-B5E6-FD6010F6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59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3344-5353-ADF5-E50D-F72F3D14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A5D53-7C9B-89B5-9CBA-910C3890D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FD524-2A93-5E53-9A80-AC4B2AA2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0EB78-C86F-8E09-97F9-A41A6E90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319BC-5792-13D0-A1A5-A5D80C53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26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566F-2676-2449-05E3-F0431FAA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0F6DC-F609-0E80-26ED-18E76FAC6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15F38-0113-FFC0-FDB8-763187E8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775F7-492A-C2CE-D2AA-BAB56A6B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4E2DF-AC25-D8F4-772E-18D1232B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6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BE85-1714-B9BD-A416-44ED8EAD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D6EA-0A89-1575-550B-2FBCB0CB1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C5B0E-88BE-9DF8-E73B-A95CAE919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BF8E2-B087-3F4A-264C-A307AAA5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33074-C604-8B80-890A-8EDA6D5E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D691B-8B72-A910-981A-B187F157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6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BFC8-D11B-FCDC-2849-E8FB6243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FB298-A930-F874-91E2-93130E860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DCB7A-A685-AEEC-D78E-BEFE85533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C9656-858B-15AD-FB23-FCEE23CD9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27352-714C-D4F2-AD3A-8157F4B22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2CCAD-0D04-8FCB-1BFB-105B0ABE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D4BBB-A49F-211E-8322-0A29CDB8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FB0F3C-A24A-3912-B283-D801AB75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569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94B2-0BEA-2492-9724-9D1229AD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DA57E-EDC6-A1F4-A75D-496307E7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DB8F9-81C3-8C36-20A0-EEFA176E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7BFEA-E6A0-9AF9-3F13-DAD9381B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161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1FF40-234B-5569-11C4-AB507162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0F98D-2D05-6667-3734-9E441DCE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7604C-FE34-D92E-E160-A776267F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8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113C-47DB-BA83-72A5-60D58846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3D8E7-9FE9-6C75-3110-78FF0F889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B78AF-5C82-80D4-01EB-A27773E92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6D28E-6E05-ECBC-1398-F6DFA7F5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2D234-2C01-6DFA-1AF9-057E252B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EDA80-F0E6-67C5-8003-277D1CE8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1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D9AC-6F2D-81E6-177A-1D8D13D0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AF8F8-CB24-BE4C-E0BA-45EE0F3719F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41204-40B4-53D2-0641-5E6257574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BDB9-7677-247C-864B-FFB72CB2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26D56-FA78-8234-E0F6-8D619324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B630C-84A8-EDCA-CADE-A6850A9E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08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920F-C156-F782-1FE2-C787D73F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F20A7-2639-1451-01A5-0634F7B16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D879-7E5C-CFDD-0A52-2E83C71D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FE4C5-BCB8-21F2-2829-0415FE25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C1A56-BD8A-5349-61BE-B49AE26B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65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1A235-32E5-72A4-34B8-7F82BCB17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9F49E-6B9F-FBDD-8C1F-7813EAC31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EDE3-6AF9-9839-3CC4-1506A6A9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CC7B3-7356-5DAD-9E31-5B5942AB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9000D-E38A-A010-FD5F-9D406649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71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FBB4D-4F24-5A08-1434-15CA78C8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9EA75-7FBF-C0B4-F278-090D1831E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809F-8D30-BE6C-9A5B-77AAB5C6A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63734-D748-4A0B-B9B5-20EF989D1B0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445C4-D671-2A8F-94FB-684E1A066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16FFC-614E-5CD4-C0FD-85C14509D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D8031-5B26-46DA-A7A5-8FF27474B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4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C5A4F4-EEE1-90A9-07BB-6B34D02CAEB2}"/>
              </a:ext>
            </a:extLst>
          </p:cNvPr>
          <p:cNvSpPr txBox="1"/>
          <p:nvPr/>
        </p:nvSpPr>
        <p:spPr>
          <a:xfrm>
            <a:off x="307731" y="140678"/>
            <a:ext cx="75062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0D2EB"/>
                </a:solidFill>
              </a:defRPr>
            </a:pPr>
            <a:r>
              <a:rPr lang="en-US" sz="1200" dirty="0"/>
              <a:t>KLE TECH HACKFEST 2026  |  SCREENING ROUND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D0FC-86F0-C54C-218E-82A05BBD4551}"/>
              </a:ext>
            </a:extLst>
          </p:cNvPr>
          <p:cNvSpPr txBox="1"/>
          <p:nvPr/>
        </p:nvSpPr>
        <p:spPr>
          <a:xfrm>
            <a:off x="448408" y="604465"/>
            <a:ext cx="8753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GRIDGUARDIAN  AI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21CFB-0852-AC98-04ED-4415CEA5B935}"/>
              </a:ext>
            </a:extLst>
          </p:cNvPr>
          <p:cNvSpPr txBox="1"/>
          <p:nvPr/>
        </p:nvSpPr>
        <p:spPr>
          <a:xfrm>
            <a:off x="448408" y="1250796"/>
            <a:ext cx="927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C33C"/>
                </a:solidFill>
              </a:defRPr>
            </a:pPr>
            <a:r>
              <a:rPr lang="en-US" sz="2400" dirty="0"/>
              <a:t>AI-Powered Energy Monitoring, Fault Prediction &amp;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AF941-F82C-2465-CCE5-D78896F75146}"/>
              </a:ext>
            </a:extLst>
          </p:cNvPr>
          <p:cNvSpPr txBox="1"/>
          <p:nvPr/>
        </p:nvSpPr>
        <p:spPr>
          <a:xfrm>
            <a:off x="448408" y="1802424"/>
            <a:ext cx="532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details: Team Spark</a:t>
            </a:r>
          </a:p>
          <a:p>
            <a:r>
              <a:rPr lang="en-IN" dirty="0"/>
              <a:t>[Swati,  Nandini, Sukanya,  Akshata, Sinchana]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99FF08-FBC1-281F-C56A-739BCB50D9BC}"/>
              </a:ext>
            </a:extLst>
          </p:cNvPr>
          <p:cNvSpPr txBox="1"/>
          <p:nvPr/>
        </p:nvSpPr>
        <p:spPr>
          <a:xfrm>
            <a:off x="448408" y="2793076"/>
            <a:ext cx="3217984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Domain selected :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3A – Intelligent AI-Enabled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Operational Ecosystems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for Energy &amp; Utilities</a:t>
            </a: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4B3952-764B-A0B2-FE3D-A5A6ED2E4F9A}"/>
              </a:ext>
            </a:extLst>
          </p:cNvPr>
          <p:cNvSpPr txBox="1"/>
          <p:nvPr/>
        </p:nvSpPr>
        <p:spPr>
          <a:xfrm>
            <a:off x="3666392" y="2793076"/>
            <a:ext cx="5473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EDC91"/>
                </a:solidFill>
              </a:defRPr>
            </a:pPr>
            <a:r>
              <a:rPr lang="en-IN" sz="1600" dirty="0"/>
              <a:t>TARGET USERS: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FBE61-ECA5-88D6-4BD0-FFFA96C130BF}"/>
              </a:ext>
            </a:extLst>
          </p:cNvPr>
          <p:cNvSpPr txBox="1"/>
          <p:nvPr/>
        </p:nvSpPr>
        <p:spPr>
          <a:xfrm>
            <a:off x="3666391" y="3045871"/>
            <a:ext cx="2429609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sz="1400" dirty="0">
                <a:solidFill>
                  <a:schemeClr val="accent1"/>
                </a:solidFill>
              </a:rPr>
              <a:t>Energy / utility operators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sz="1400" dirty="0">
                <a:solidFill>
                  <a:schemeClr val="accent1"/>
                </a:solidFill>
              </a:rPr>
              <a:t>Maintenance engineers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</a:defRPr>
            </a:pPr>
            <a:r>
              <a:rPr lang="en-US" sz="1400" dirty="0">
                <a:solidFill>
                  <a:schemeClr val="accent1"/>
                </a:solidFill>
              </a:rPr>
              <a:t>Industrial facility teams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00BBF7-2FEB-E515-A665-286DA7A54771}"/>
              </a:ext>
            </a:extLst>
          </p:cNvPr>
          <p:cNvSpPr txBox="1"/>
          <p:nvPr/>
        </p:nvSpPr>
        <p:spPr>
          <a:xfrm>
            <a:off x="448408" y="4418865"/>
            <a:ext cx="99089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We Aim to Solve:</a:t>
            </a:r>
          </a:p>
          <a:p>
            <a:r>
              <a:rPr lang="en-IN" sz="1600" dirty="0"/>
              <a:t>Traditional energy systems detect faults after they occur, causing energy wastage, equipment damage, and downtime.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A7C1DE-E4D2-77EE-FE9E-5315DC4B8B3F}"/>
              </a:ext>
            </a:extLst>
          </p:cNvPr>
          <p:cNvSpPr txBox="1"/>
          <p:nvPr/>
        </p:nvSpPr>
        <p:spPr>
          <a:xfrm>
            <a:off x="448408" y="5468704"/>
            <a:ext cx="6097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SENSE  &gt;  ANALYZE  &gt;  PREDICT  &gt;  PROTECT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9683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EE5044-1307-DD41-B96F-5855050CAE3E}"/>
              </a:ext>
            </a:extLst>
          </p:cNvPr>
          <p:cNvSpPr txBox="1"/>
          <p:nvPr/>
        </p:nvSpPr>
        <p:spPr>
          <a:xfrm>
            <a:off x="211016" y="114301"/>
            <a:ext cx="8935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0D2EB"/>
                </a:solidFill>
              </a:defRPr>
            </a:pPr>
            <a:r>
              <a:rPr lang="en-US" sz="1200" dirty="0"/>
              <a:t>KLE TECH HACKFEST 2026  |  SCREENING 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2A025-72C5-1A5D-B54E-44EA72ED060B}"/>
              </a:ext>
            </a:extLst>
          </p:cNvPr>
          <p:cNvSpPr txBox="1"/>
          <p:nvPr/>
        </p:nvSpPr>
        <p:spPr>
          <a:xfrm>
            <a:off x="325316" y="492369"/>
            <a:ext cx="571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Proposed Solution and objectives: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45A83D-7413-3B29-FE2D-5E47BD1DF0A1}"/>
              </a:ext>
            </a:extLst>
          </p:cNvPr>
          <p:cNvSpPr txBox="1"/>
          <p:nvPr/>
        </p:nvSpPr>
        <p:spPr>
          <a:xfrm>
            <a:off x="325316" y="1046285"/>
            <a:ext cx="1043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Idea: Grid Guardian AI continuously collects electrical parameters and uses AI to identify abnormal patterns and predict possible faults.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84906-73D7-DD67-B5C6-281DE0FF3287}"/>
              </a:ext>
            </a:extLst>
          </p:cNvPr>
          <p:cNvSpPr txBox="1"/>
          <p:nvPr/>
        </p:nvSpPr>
        <p:spPr>
          <a:xfrm>
            <a:off x="422031" y="1877200"/>
            <a:ext cx="87241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Core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Real-Time Monitoring </a:t>
            </a:r>
            <a:r>
              <a:rPr lang="en-IN" dirty="0"/>
              <a:t>– Voltage, current, power &amp; energy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AI Fault Prediction </a:t>
            </a:r>
            <a:r>
              <a:rPr lang="en-IN" dirty="0"/>
              <a:t>– Detect abnormal patterns &amp; predict overloads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Automatic Protection </a:t>
            </a:r>
            <a:r>
              <a:rPr lang="en-IN" dirty="0"/>
              <a:t>– Relay-based shutdown with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Smart Dashboard </a:t>
            </a:r>
            <a:r>
              <a:rPr lang="en-IN" dirty="0"/>
              <a:t>– Live data, trends &amp; fault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5916A-9CE6-A899-DA2F-310EEBEFFDEE}"/>
              </a:ext>
            </a:extLst>
          </p:cNvPr>
          <p:cNvSpPr txBox="1"/>
          <p:nvPr/>
        </p:nvSpPr>
        <p:spPr>
          <a:xfrm>
            <a:off x="422032" y="3539111"/>
            <a:ext cx="87241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Intended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Early Fault Detection </a:t>
            </a:r>
            <a:r>
              <a:rPr lang="en-IN" dirty="0"/>
              <a:t>– Identify problems before failure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Reduced Downtime </a:t>
            </a:r>
            <a:r>
              <a:rPr lang="en-IN" dirty="0"/>
              <a:t>– Faster response to abnormal conditions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Energy Efficiency </a:t>
            </a:r>
            <a:r>
              <a:rPr lang="en-IN" dirty="0"/>
              <a:t>– Identify unusual energy consumption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Equipment Protection</a:t>
            </a:r>
            <a:r>
              <a:rPr lang="en-IN" dirty="0"/>
              <a:t> – Prevent damage through automatic shutdown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Better Decision-Making </a:t>
            </a:r>
            <a:r>
              <a:rPr lang="en-IN" dirty="0"/>
              <a:t>– Simple dashboard with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409475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9A051-829A-F4AC-17D2-CF9E5A2A23C5}"/>
              </a:ext>
            </a:extLst>
          </p:cNvPr>
          <p:cNvSpPr txBox="1"/>
          <p:nvPr/>
        </p:nvSpPr>
        <p:spPr>
          <a:xfrm>
            <a:off x="281354" y="202223"/>
            <a:ext cx="88648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0D2EB"/>
                </a:solidFill>
              </a:defRPr>
            </a:pPr>
            <a:r>
              <a:rPr lang="en-US" sz="1200" dirty="0"/>
              <a:t>KLE TECH HACKFEST 2026  |  SCREENING 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BEAEB-BA03-93AE-F203-71715B7A803A}"/>
              </a:ext>
            </a:extLst>
          </p:cNvPr>
          <p:cNvSpPr txBox="1"/>
          <p:nvPr/>
        </p:nvSpPr>
        <p:spPr>
          <a:xfrm>
            <a:off x="281354" y="597877"/>
            <a:ext cx="4678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Innovation &amp; Existing Alternatives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896AC-844B-61E4-165F-B390AF0F427D}"/>
              </a:ext>
            </a:extLst>
          </p:cNvPr>
          <p:cNvSpPr txBox="1"/>
          <p:nvPr/>
        </p:nvSpPr>
        <p:spPr>
          <a:xfrm>
            <a:off x="281354" y="1231197"/>
            <a:ext cx="88584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Existing Approach</a:t>
            </a:r>
          </a:p>
          <a:p>
            <a:pPr>
              <a:buNone/>
            </a:pPr>
            <a:r>
              <a:rPr lang="en-IN" dirty="0"/>
              <a:t>Traditional energy monitoring systems:</a:t>
            </a:r>
          </a:p>
          <a:p>
            <a:pPr>
              <a:buNone/>
            </a:pPr>
            <a:r>
              <a:rPr lang="en-IN" dirty="0"/>
              <a:t>Sensor → Meter → Human observes →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4D38FB-A57D-884D-1124-698BBA262027}"/>
              </a:ext>
            </a:extLst>
          </p:cNvPr>
          <p:cNvSpPr txBox="1"/>
          <p:nvPr/>
        </p:nvSpPr>
        <p:spPr>
          <a:xfrm>
            <a:off x="268646" y="2189405"/>
            <a:ext cx="8864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9B5713-8A9C-5C70-26A4-B63B3259FB36}"/>
              </a:ext>
            </a:extLst>
          </p:cNvPr>
          <p:cNvSpPr txBox="1"/>
          <p:nvPr/>
        </p:nvSpPr>
        <p:spPr>
          <a:xfrm>
            <a:off x="281354" y="2677392"/>
            <a:ext cx="8858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Human monitoring required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CDF45C-24FC-DB41-C1D0-0E5F91F73EFF}"/>
              </a:ext>
            </a:extLst>
          </p:cNvPr>
          <p:cNvSpPr txBox="1"/>
          <p:nvPr/>
        </p:nvSpPr>
        <p:spPr>
          <a:xfrm>
            <a:off x="268646" y="2926080"/>
            <a:ext cx="8871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Faults may be detected only after limits are crossed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2817E7-C208-6190-C91E-A01146A7CC68}"/>
              </a:ext>
            </a:extLst>
          </p:cNvPr>
          <p:cNvSpPr txBox="1"/>
          <p:nvPr/>
        </p:nvSpPr>
        <p:spPr>
          <a:xfrm>
            <a:off x="281354" y="3295412"/>
            <a:ext cx="8858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 intelligent analysis of historical patterns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21234-BDD0-DEDC-55DC-F4F77ACBB687}"/>
              </a:ext>
            </a:extLst>
          </p:cNvPr>
          <p:cNvSpPr txBox="1"/>
          <p:nvPr/>
        </p:nvSpPr>
        <p:spPr>
          <a:xfrm>
            <a:off x="6096000" y="2479431"/>
            <a:ext cx="4542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Our Approach</a:t>
            </a:r>
          </a:p>
          <a:p>
            <a:pPr>
              <a:buNone/>
            </a:pPr>
            <a:r>
              <a:rPr lang="en-IN" dirty="0"/>
              <a:t>Sensors → Edge Processing → AI Prediction → Alert → Automatic Protection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338E20-BEFF-8BB7-F279-C0B5C1A8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3913432"/>
            <a:ext cx="5978769" cy="272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51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2908C9-A210-ADE1-37D8-71E6E18A8D49}"/>
              </a:ext>
            </a:extLst>
          </p:cNvPr>
          <p:cNvSpPr txBox="1"/>
          <p:nvPr/>
        </p:nvSpPr>
        <p:spPr>
          <a:xfrm>
            <a:off x="342900" y="131885"/>
            <a:ext cx="8803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0D2EB"/>
                </a:solidFill>
              </a:defRPr>
            </a:pPr>
            <a:r>
              <a:rPr lang="en-US" sz="1200" dirty="0"/>
              <a:t>KLE TECH HACKFEST 2026  |  SCREENING ROUND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D15400-23A1-6812-0129-00E4030DC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5" y="555840"/>
            <a:ext cx="11956739" cy="62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3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172A37-7F6A-CA98-1D9B-78D9F70041C6}"/>
              </a:ext>
            </a:extLst>
          </p:cNvPr>
          <p:cNvSpPr txBox="1"/>
          <p:nvPr/>
        </p:nvSpPr>
        <p:spPr>
          <a:xfrm>
            <a:off x="316523" y="114301"/>
            <a:ext cx="882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0D2EB"/>
                </a:solidFill>
              </a:defRPr>
            </a:pPr>
            <a:r>
              <a:rPr lang="en-US" sz="1200" dirty="0"/>
              <a:t>KLE TECH HACKFEST 2026  |  SCREENING ROUND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AFA96-D047-E285-BE60-5FF65CD4321E}"/>
              </a:ext>
            </a:extLst>
          </p:cNvPr>
          <p:cNvSpPr txBox="1"/>
          <p:nvPr/>
        </p:nvSpPr>
        <p:spPr>
          <a:xfrm>
            <a:off x="316523" y="391300"/>
            <a:ext cx="8823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Technology Stack &amp; Implementation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2A449-E638-4167-B1DC-673C9CB6E97C}"/>
              </a:ext>
            </a:extLst>
          </p:cNvPr>
          <p:cNvSpPr txBox="1"/>
          <p:nvPr/>
        </p:nvSpPr>
        <p:spPr>
          <a:xfrm>
            <a:off x="518745" y="1037492"/>
            <a:ext cx="40200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HARDWARE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ESP32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ACS712 Current Sensor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Isolated Voltage Sensor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Relay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Buzzer + Green/Red LEDs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Safe Low-Voltage Test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8E599-D53B-8B7C-1397-DFD1E2A67C89}"/>
              </a:ext>
            </a:extLst>
          </p:cNvPr>
          <p:cNvSpPr txBox="1"/>
          <p:nvPr/>
        </p:nvSpPr>
        <p:spPr>
          <a:xfrm>
            <a:off x="5049979" y="1191519"/>
            <a:ext cx="40898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SOFTWARE / AI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Arduino IDE + C/C++</a:t>
            </a:r>
            <a:r>
              <a:rPr lang="en-IN" dirty="0"/>
              <a:t> – ESP32 programming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Python</a:t>
            </a:r>
            <a:r>
              <a:rPr lang="en-IN" dirty="0"/>
              <a:t> – Data processing &amp; AI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Scikit-learn</a:t>
            </a:r>
            <a:r>
              <a:rPr lang="en-IN" dirty="0"/>
              <a:t> – Fault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Stream 3-Day Plan</a:t>
            </a:r>
          </a:p>
          <a:p>
            <a:endParaRPr lang="en-IN" b="1" dirty="0"/>
          </a:p>
          <a:p>
            <a:r>
              <a:rPr lang="en-IN" b="1" dirty="0"/>
              <a:t>Day 1:</a:t>
            </a:r>
            <a:r>
              <a:rPr lang="en-IN" dirty="0"/>
              <a:t>  Hardware Setup + Data Collection</a:t>
            </a:r>
            <a:br>
              <a:rPr lang="en-IN" dirty="0"/>
            </a:br>
            <a:r>
              <a:rPr lang="en-IN" b="1" dirty="0"/>
              <a:t>Day 2:</a:t>
            </a:r>
            <a:r>
              <a:rPr lang="en-IN" dirty="0"/>
              <a:t>  AI Model + Dashboard</a:t>
            </a:r>
            <a:br>
              <a:rPr lang="en-IN" dirty="0"/>
            </a:br>
            <a:r>
              <a:rPr lang="en-IN" b="1" dirty="0"/>
              <a:t>Day 3:</a:t>
            </a:r>
            <a:r>
              <a:rPr lang="en-IN" dirty="0"/>
              <a:t>  Integration + Testing + Demo</a:t>
            </a:r>
          </a:p>
          <a:p>
            <a:pPr lvl="0"/>
            <a:r>
              <a:rPr lang="en-IN" b="1" dirty="0"/>
              <a:t>Stream lit </a:t>
            </a:r>
            <a:r>
              <a:rPr lang="en-IN" dirty="0"/>
              <a:t> – Live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AEBB50-592C-1FA6-B36D-4CBB99C6F939}"/>
              </a:ext>
            </a:extLst>
          </p:cNvPr>
          <p:cNvSpPr txBox="1"/>
          <p:nvPr/>
        </p:nvSpPr>
        <p:spPr>
          <a:xfrm>
            <a:off x="641839" y="3469064"/>
            <a:ext cx="330590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solidFill>
                  <a:srgbClr val="C00000"/>
                </a:solidFill>
              </a:rPr>
              <a:t>TEAM RESPONSIBILTIES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Member 1:</a:t>
            </a:r>
            <a:r>
              <a:rPr lang="en-IN" sz="1600" dirty="0"/>
              <a:t> Hardware &amp; Sensors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Member 2:</a:t>
            </a:r>
            <a:r>
              <a:rPr lang="en-IN" sz="1600" dirty="0"/>
              <a:t> Embedded &amp; Firmware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Member 3:</a:t>
            </a:r>
            <a:r>
              <a:rPr lang="en-IN" sz="1600" dirty="0"/>
              <a:t> AI/ML &amp; Fault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Member 4:</a:t>
            </a:r>
            <a:r>
              <a:rPr lang="en-IN" sz="1600" dirty="0"/>
              <a:t> Dashboard &amp; Software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Member 5:</a:t>
            </a:r>
            <a:r>
              <a:rPr lang="en-IN" sz="1600" dirty="0"/>
              <a:t> Integration, Testing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28743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C0D4A-5196-4290-CAAB-3631678BDFBE}"/>
              </a:ext>
            </a:extLst>
          </p:cNvPr>
          <p:cNvSpPr txBox="1"/>
          <p:nvPr/>
        </p:nvSpPr>
        <p:spPr>
          <a:xfrm>
            <a:off x="237392" y="140677"/>
            <a:ext cx="89088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0D2EB"/>
                </a:solidFill>
              </a:defRPr>
            </a:pPr>
            <a:r>
              <a:rPr lang="en-US" sz="1200" dirty="0"/>
              <a:t>KLE TECH HACKFEST 2026  |  SCREENING 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AF27A3-CA81-99AD-7E39-55A8B658C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676"/>
            <a:ext cx="12191999" cy="64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6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 JAMBAGI</dc:creator>
  <cp:lastModifiedBy>SUDHA JAMBAGI</cp:lastModifiedBy>
  <cp:revision>1</cp:revision>
  <dcterms:created xsi:type="dcterms:W3CDTF">2026-10-04T18:55:17Z</dcterms:created>
  <dcterms:modified xsi:type="dcterms:W3CDTF">2026-10-04T18:55:17Z</dcterms:modified>
</cp:coreProperties>
</file>